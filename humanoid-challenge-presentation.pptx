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lerobot/smolvla_libero</c:v>
                </c:pt>
              </c:strCache>
            </c:strRef>
          </c:tx>
          <c:spPr>
            <a:solidFill>
              <a:srgbClr val="1F8A84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HuggingFaceVLA/smolvla_libero</c:v>
                </c:pt>
              </c:strCache>
            </c:strRef>
          </c:tx>
          <c:spPr>
            <a:solidFill>
              <a:srgbClr val="E06A1F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A96A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/>
                  <a:t>successes of 10 episodes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phone films my hand; the robot learns from data derived from that video, in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research question. Constraints drive every design choice: one 16 GB GPU, no robot, no depth sensor, about one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 happens in the real world, bottom row in simulation. The human video is a motion-capture device; SmolVLA never sees a real pixel.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parts to the real-to-sim gap: appearance (real vs rendered pixels), embodiment (hand vs gripper), timing and dynamics, object geometry. The four solutions treat them differently. Solution 1 is built as a tool only. 2 and 3 are the splat stretch. 4 is the core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baseline avoids the visual gap rather than closing it. Splats only reduce it for illustration. Current state from README section 7 and D-010/D-011: nothing is trained on our data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from the overlay video of the real clip test_03 (notebook 11), the same overlay as in results/recorded_dataset/episode_0.mp4, which also shows the TCP path and aperture curves. Marker outlines, hand skeleton, projected TCP path and gripper symbol. Nothing here is a policy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examples/09_smolvla_benchmark.ipynb, eval/pretrained_libero_checkpoints, D-011. replan 10, 300 steps, 10 episodes per cell (HuggingFaceVLA in real size, LIBERO layout: 8). Same layout seeds for both checkpoints. No training by us. Cause of the failures is not established; removing the other objects alone already lowers success (stock 10/10 to 6/10).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Scene scan: data/splats/table_zoom_02_03_scene.ply, 3D view rendered after cutting to x -0.39..1.66, y -0.79..0.61, z -2.71..1.01 (notebook 09, section 4). Images are from notebook 08 (held-out photo vs splat, bowl and plate renders, composite in LIBERO). The LIBERO image is notebook 01, part 3: scanned bowl and shape-prior-filled plate, scaled to the measurements. This is an illustration of visual fidelity, not a trained or evaluated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 order if late: splat stretch, robot overlay, multiplier plot. Never cut: the twin side-by-side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 /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Cambria"/>
              </a:rPr>
              <a:t>hurobo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Calibri"/>
              </a:rPr>
              <a:t>From phone video of a human hand to a robot policy in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5669280"/>
            <a:ext cx="457200" cy="329184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question: can human video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2 / 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4023360" cy="44805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3383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Can human videos improve a small VLA on a new layout and a new object?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9D3DA"/>
                </a:solidFill>
                <a:latin typeface="Calibri"/>
              </a:rPr>
              <a:t>Test case: SmolVLA (450M), bowl onto plate in LIBERO, trained only on data from a phone video of a hand. Simulation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554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6360" y="1828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91639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One 16 GB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450M model in bf16, no 3B/7B models.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697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66360" y="2971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34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Phone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0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~15 tripod clips. One camera, no depth sensor, no glove.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840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66360" y="4114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977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8 – 16 October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343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Start of the project to the deadline.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4983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66360" y="5257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5120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No physical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486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Success rate in LIBERO is the only metric.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Pipeline: hand video in, robot demos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3 / 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Tripod phone, ChArUco-calibrated. ArUco markers on table, bowl, plate.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62855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91455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1536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5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Hand TCP (thumb/index midpoint), grasp from pinch, object poses, in the table frame.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91855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7072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05672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5751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Copy real layout and camera into LIBERO. Real vs. sim side-by-side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Multiply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Split demo into object-relative segments, retarget to many sim poses, keep only successes.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77639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2855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91455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455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Fine-tune SmolVLA from smolvla_base (never saw LIBERO) on generated data only.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91855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77072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05672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lerobot-eval, N = 50, success rate with 95% CI against baselines.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8A84"/>
                </a:solidFill>
                <a:latin typeface="Calibri"/>
              </a:rPr>
              <a:t>REAL 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6A1F"/>
                </a:solidFill>
                <a:latin typeface="Calibri"/>
              </a:rPr>
              <a:t>SIMULATION (LIBERO)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Four ways to close the real-to-sim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4 / 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1  Teleoperate in 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Control the Panda by tracked hand or keyboard in the 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No visual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Jerky, slow, few demos. Real recording unused.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Debug tool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2  Scan the objects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Bowl and plate from a phone orbit: video, COLMAP, Gaussian splat, collision mesh.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Objects match; scene stays synthetic.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Scan quality, metric alignment.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3  Scan the whole scene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Splat the table; render sim from the real view; composite robot by depth.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Smallest visual gap.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Alignment, GPU time. Physics still LIBERO.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4  Size-matched objects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Use real objects with the LIBERO bowl and plate dimensions; sim assets are scaled to match.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Size matches; look does not, but the policy sees no real pixels.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Measure objects, print markers.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Main concept and 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5 / 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Motion-only retargeting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9659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Video as motion capture: a few object-relative numbers cross to the sim.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37744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Now: built, tested on stand-in paths. One real clip extracted; its replay timed 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Main visual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00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SceneTwin: real layout in sim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6118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clip beside the sim replay from the same viewpoint.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02336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8A84"/>
                </a:solidFill>
                <a:latin typeface="Calibri"/>
              </a:rPr>
              <a:t>Now: built. No successful real-clip replay yet, so no side-by-side.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0916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846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Gaussian-splat objects and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257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Shows visual fidelity, not a trained result.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566928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B6975"/>
                </a:solidFill>
                <a:latin typeface="Calibri"/>
              </a:rPr>
              <a:t>Now: bowl, plate and scene scanned; bowl and plate shown in LIBERO.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417320"/>
            <a:ext cx="4114800" cy="48006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WHO CONTRIBUTES WHAT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14884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Human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56032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Approach direction, grasp timing, lift height, carry path, place offset, release timing.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1148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52628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Exact object poses, geometry and appearance. Fixed top-down gripper orientation, yaw from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human demo: hand and markers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6 / 9</a:t>
            </a:r>
          </a:p>
        </p:txBody>
      </p:sp>
      <p:pic>
        <p:nvPicPr>
          <p:cNvPr id="15" name="Picture 14" descr="episode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14173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Markers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719072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ArUco on the plate (id 22) and the bowl pad (id 21); the ChArUco board is the table 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404872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706624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MediaPipe skeleton. The TCP is the midpoint of thumb and index tip, in metres in the table frame.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392424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Gripper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694176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Pinch aperture with hysteresis gives open or closed (here: closed).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79976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Episode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681728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199 samples at 20 Hz over 9.9 s, stored as a LeRobot episode.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Real clip test_03, cut to one grasp cycle. The 15 to 20 clip session is still to be recorded.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Pretrained SmolVLA: layout and size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7 / 9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1 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LIBERO's own scene and start positions.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1945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2  Cleared, LIBERO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46887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start where LIBERO puts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3  Cleared, new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29183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at random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4  Real size, LIBERO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1148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at measured real sizes (plate 1.86x wider), LIBERO's placement.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5  Real size, new layout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937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sizes at random positions: the target scene of our experiment.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 new layout alone takes the better checkpoint from 6/10 to 0/10; real-size objects give 0 even on LIBERO's layout. Pretrained weights, 10 episodes per cell: 0/10 means 0 to 28% at 95%.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photoreal real2sim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8 / 9</a:t>
            </a:r>
          </a:p>
        </p:txBody>
      </p:sp>
      <p:pic>
        <p:nvPicPr>
          <p:cNvPr id="4" name="Picture 3" descr="scene_photo_vs_sp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1801368"/>
          </a:xfrm>
          <a:prstGeom prst="rect">
            <a:avLst/>
          </a:prstGeom>
        </p:spPr>
      </p:pic>
      <p:pic>
        <p:nvPicPr>
          <p:cNvPr id="5" name="Picture 4" descr="scen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1732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32735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in 3D (rendered splat)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73552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scan: table, background, bowl, plate. Four held-out views, photo left, splat right</a:t>
            </a:r>
          </a:p>
        </p:txBody>
      </p:sp>
      <p:pic>
        <p:nvPicPr>
          <p:cNvPr id="8" name="Picture 7" descr="bowl_plate_spla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4023360" cy="1810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5778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splats cut out of the scan, four angles.</a:t>
            </a:r>
          </a:p>
        </p:txBody>
      </p:sp>
      <p:pic>
        <p:nvPicPr>
          <p:cNvPr id="10" name="Picture 9" descr="splat_in_libe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703320"/>
            <a:ext cx="1874519" cy="1810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55778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Scanned bowl and plate inside LIBERO. The table cloth is still LIBERO's.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61188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794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251960"/>
            <a:ext cx="3657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Place the whole-scene splat in LIBERO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Collision meshes for bowl and plate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Composite the mesh robot by depth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as visual fidelity, not a trained result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Limitations and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9 / 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Simulation only, no real robot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Hand vs. gripper, real vs. rendered pixels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One camera, markers required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Fixed top-down grasp, one task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Built, on stand-in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Perception, SceneTwin, retargeting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Dataset generator and LeRobot export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Scan to splat pipeline (real scene)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Still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Record the 15 to 20 real clips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Real vs. sim side-by-side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Train SmolVLA on our data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Evaluation N = 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number in this deck comes from a run in the repo. Failed runs are included.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